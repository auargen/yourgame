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«Своя Игра»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Руководство пользователя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BFE"/>
                </a:solidFill>
              </a:rPr>
              <a:t>Платформа для создания и проведения интеллектуальных игр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«Своя Игра»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1 — Главная страница</a:t>
            </a:r>
            <a:endParaRPr lang="en-US" sz="2000" dirty="0"/>
          </a:p>
        </p:txBody>
      </p:sp>
      <p:pic>
        <p:nvPicPr>
          <p:cNvPr id="4" name="Image 0" descr="/tmp/screenshots/0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Кнопка «Начать игру» — переход к регистрации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Кнопка «Войти» — для существующих пользователей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Кнопка KG (вверху справа) — переключение языка (рус / кырг)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2 — Регистрация</a:t>
            </a:r>
            <a:endParaRPr lang="en-US" sz="2000" dirty="0"/>
          </a:p>
        </p:txBody>
      </p:sp>
      <p:pic>
        <p:nvPicPr>
          <p:cNvPr id="4" name="Image 0" descr="/tmp/screenshots/03_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Заполните: имя пользователя, Email, пароль, подтверждение пароля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Нажмите «Зарегистрироваться»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Если аккаунт уже есть — нажмите «Войти»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3 — Вход в систему</a:t>
            </a:r>
            <a:endParaRPr lang="en-US" sz="2000" dirty="0"/>
          </a:p>
        </p:txBody>
      </p:sp>
      <p:pic>
        <p:nvPicPr>
          <p:cNvPr id="4" name="Image 0" descr="/tmp/screenshots/02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Введите Email и пароль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Нажмите «Войти»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После успешного входа откроется Dashboard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4 — Dashboard (Мои игры)</a:t>
            </a:r>
            <a:endParaRPr lang="en-US" sz="2000" dirty="0"/>
          </a:p>
        </p:txBody>
      </p:sp>
      <p:pic>
        <p:nvPicPr>
          <p:cNvPr id="4" name="Image 0" descr="/tmp/screenshots/04_dashboard_with_ga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Список всех ваших игр с количеством раундов и вопросов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«Играть» — запустить игру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«Редактировать» — открыть конструктор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🗑 — удалить игру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«+ Создать игру» — создать новую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5 — Создание новой игры</a:t>
            </a:r>
            <a:endParaRPr lang="en-US" sz="2000" dirty="0"/>
          </a:p>
        </p:txBody>
      </p:sp>
      <p:pic>
        <p:nvPicPr>
          <p:cNvPr id="4" name="Image 0" descr="/tmp/screenshots/05_create_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Нажмите «+ Создать игру» на Dashboard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Введите название игры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Нажмите «Создать игру и добавить вопросы»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Откроется редактор конструктора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6 — Конструктор: добавление раунда</a:t>
            </a:r>
            <a:endParaRPr lang="en-US" sz="2000" dirty="0"/>
          </a:p>
        </p:txBody>
      </p:sp>
      <p:pic>
        <p:nvPicPr>
          <p:cNvPr id="4" name="Image 0" descr="/tmp/screenshots/08_editor_with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Введите название раунда (например: «1-й раунд», «Финал»)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Нажмите «Добавить раунд»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Можно создать несколько раундов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Внутри каждого раунда добавляйте категории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7 — Конструктор: заполненная игра</a:t>
            </a:r>
            <a:endParaRPr lang="en-US" sz="2000" dirty="0"/>
          </a:p>
        </p:txBody>
      </p:sp>
      <p:pic>
        <p:nvPicPr>
          <p:cNvPr id="4" name="Image 0" descr="/tmp/screenshots/07_game_edito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Структура: Раунд → Категории → Вопросы (100/200/300/400/500 очков)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Кликните на ячейку — введите вопрос и ответ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Поддерживаются: текст, изображение, YouTube-видео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Ячейки «Кот в мешке» — особый тип вопроса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8 — Начало игры: добавление участников</a:t>
            </a:r>
            <a:endParaRPr lang="en-US" sz="2000" dirty="0"/>
          </a:p>
        </p:txBody>
      </p:sp>
      <p:pic>
        <p:nvPicPr>
          <p:cNvPr id="4" name="Image 0" descr="/tmp/screenshots/09b_game_start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Нажмите «Играть» на Dashboard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Вверху — список раундов игры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Введите имена всех участников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«+ Добавить ещё участника» — добавить дополнительных игроков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Нажмите «Начать игру!»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9 — Игровая таблица</a:t>
            </a:r>
            <a:endParaRPr lang="en-US" sz="2000" dirty="0"/>
          </a:p>
        </p:txBody>
      </p:sp>
      <p:pic>
        <p:nvPicPr>
          <p:cNvPr id="4" name="Image 0" descr="/tmp/screenshots/10_game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Категории слева, стоимость вопросов 100–500 (жёлтым)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Нажмите на цифру — откроется вопрос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Счёт участников отображается внизу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Кнопка перехода к следующему раунду — вверху справа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«Завершить» — закончить игру досрочно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10 — Открытый вопрос</a:t>
            </a:r>
            <a:endParaRPr lang="en-US" sz="2000" dirty="0"/>
          </a:p>
        </p:txBody>
      </p:sp>
      <p:pic>
        <p:nvPicPr>
          <p:cNvPr id="4" name="Image 0" descr="/tmp/screenshots/11_question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Вопрос отображается крупным шрифтом на весь экран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Таймер идёт в обратном отсчёте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Ведущий зачитывает вопрос вслух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Нажмите «Показать ответ» — откроется правильный ответ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Затем отметьте: верно ✓ или неверно ✗ для нужного участника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11 — Итоги игры</a:t>
            </a:r>
            <a:endParaRPr lang="en-US" sz="2000" dirty="0"/>
          </a:p>
        </p:txBody>
      </p:sp>
      <p:pic>
        <p:nvPicPr>
          <p:cNvPr id="4" name="Image 0" descr="/tmp/screenshots/12_game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👑 Победитель выделен золотой рамкой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Все участники ранжированы по местам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Общая статистика: правильных / неправильных / пропущено / всего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«Вернуться на главную» — обратно на Dashboard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Шаг 12 — История игр</a:t>
            </a:r>
            <a:endParaRPr lang="en-US" sz="2000" dirty="0"/>
          </a:p>
        </p:txBody>
      </p:sp>
      <p:pic>
        <p:nvPicPr>
          <p:cNvPr id="4" name="Image 0" descr="/tmp/screenshots/06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713232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731520"/>
            <a:ext cx="4572000" cy="5303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914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Раздел «История» в верхнем меню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Хранится журнал всех проведённых игр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Просматривайте результаты прошедших сессий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2026-05-02T09:05:49Z</dcterms:created>
  <dcterms:modified xsi:type="dcterms:W3CDTF">2026-05-02T09:05:49Z</dcterms:modified>
</cp:coreProperties>
</file>